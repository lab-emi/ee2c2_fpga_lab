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D553D-E2B0-573A-DA69-5F8501230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22036-DDEA-854D-BECB-6B8C3352F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9E488-F95B-54AB-9CEE-FA0FF23D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12368-D703-4F52-B2AD-5E35FA12FC1A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7A95D-DA4D-A9AE-2A8E-B88A2C221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85892-3DDD-AD6B-0294-4F00F58D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341AE-2EAD-4092-9D3D-94E024AC4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92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BBC91-028F-AF44-9C12-5F1EE26F3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3C1CC-BF82-7530-FC1B-641077946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EEB88-1122-ED25-BA41-5816F0861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12368-D703-4F52-B2AD-5E35FA12FC1A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C9A19-0047-4167-4359-82522D130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F5079-AF51-A419-87EA-819C56EFC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341AE-2EAD-4092-9D3D-94E024AC4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120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4328-A9C4-AC23-5EDE-59FFA70F3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F2ECF-3BD7-AAA1-C78B-648A96661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7042C-BDCE-7DF9-16C9-6DC1A444A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12368-D703-4F52-B2AD-5E35FA12FC1A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22B70-138E-DED5-2E69-22E9648DB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972A9-C68E-3EDB-4917-D4C60F4B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341AE-2EAD-4092-9D3D-94E024AC4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48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8D8F6-D0E2-C2FC-D1DD-7DD339A12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F20D0-02B7-D0BA-8D12-7D02DFC8E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E7068-2793-1CBE-4D81-F6DE31DF7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47A06-28E0-0D92-A5E7-73CE365EF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12368-D703-4F52-B2AD-5E35FA12FC1A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CDDDC-425C-04A5-1607-483D41EB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0F4B0-D921-6599-FD6E-B201B9A9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341AE-2EAD-4092-9D3D-94E024AC4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84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95FC4-F9F0-C70F-AE11-44D45F600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0BF51-A034-366E-153E-9139FFAFE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664341-3441-03C2-A35F-350527073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F96D64-6073-78C5-3992-DCA70DEA2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AFE974-8871-9F4C-8F28-75F59ACC19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AA4C23-A545-CA92-CCDA-5B925770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12368-D703-4F52-B2AD-5E35FA12FC1A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18AAED-19A4-35D5-D27B-814E4DE0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14428-09E4-EE28-64B0-B0FABB527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341AE-2EAD-4092-9D3D-94E024AC4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951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9FBA-0D73-0284-B0DD-83FE7FCC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7C9B8E-5487-1958-A1F8-BA5912F7B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12368-D703-4F52-B2AD-5E35FA12FC1A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049E0-7272-5847-3E06-7E7E22085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CD88D-E47D-34E9-7AFE-CD109436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341AE-2EAD-4092-9D3D-94E024AC4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444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C5047E-A7D0-EA0A-F15C-F755237F9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12368-D703-4F52-B2AD-5E35FA12FC1A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1956DD-7559-9683-BA8B-27F326E9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3F69E-0FEE-23C4-0D3F-291B99B5A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341AE-2EAD-4092-9D3D-94E024AC4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4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0BC6A-BFD4-3B59-EC46-0760B1FCA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C5282-A78A-1197-FB07-74EF3EB77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272E1E-CEAB-A2ED-34B7-364695D65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D9FDB-BBD0-AB66-2F87-96656041E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12368-D703-4F52-B2AD-5E35FA12FC1A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46039-5009-95E5-4AA4-A78160CA6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28279-CE63-A750-43A0-97B078A53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341AE-2EAD-4092-9D3D-94E024AC4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655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9AB6E-F7BD-4516-E87D-ED5011ECA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727EDA-C91B-6E88-3F9B-569991A938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1AF38-9864-51A3-FB89-265CC5AA5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2E18F-D1DC-824A-50A3-93B3DC9B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12368-D703-4F52-B2AD-5E35FA12FC1A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7889D-4DB4-21D1-B171-B9F0D6D65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94831-F946-D174-C77B-7EDDA3E4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341AE-2EAD-4092-9D3D-94E024AC4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471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A2854-78B7-35E2-EC1B-F00FD913A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EE9966-0A53-E6E5-04B0-008AF25C9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E0760-2A45-45B2-8201-E8243C8AC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12368-D703-4F52-B2AD-5E35FA12FC1A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AF435-3827-3B5F-FCA0-A5F03A29E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1CCE-0280-51FF-2DA6-F160A0062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341AE-2EAD-4092-9D3D-94E024AC4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88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890DAF-3215-86AA-E7BA-C67E4E6849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C52F8-2A8A-FCAA-1672-0D7951270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82C6B-041B-7AFB-1450-AD23C35D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12368-D703-4F52-B2AD-5E35FA12FC1A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56C4A-E4BF-8969-0550-5292D4814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8DB5E-06AF-C6B7-2271-A584020B7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341AE-2EAD-4092-9D3D-94E024AC4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41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09AB50-9E18-1069-C14E-5A0368E61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7CB7E-8AB6-666F-F6ED-759F46531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CA79C-1E0B-74E8-E320-7E95DA262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12368-D703-4F52-B2AD-5E35FA12FC1A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CE296-3ABE-3856-E3D8-E402F64DEC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16294-12BE-F3E7-F38C-B147231A4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341AE-2EAD-4092-9D3D-94E024AC4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565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UP-ZU3 Board | Real Digital">
            <a:extLst>
              <a:ext uri="{FF2B5EF4-FFF2-40B4-BE49-F238E27FC236}">
                <a16:creationId xmlns:a16="http://schemas.microsoft.com/office/drawing/2014/main" id="{D9EB3138-F982-D966-A4CE-259F6DE48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587" y="557868"/>
            <a:ext cx="6739972" cy="617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A432996-F01F-1A49-96AC-CE205133CECF}"/>
              </a:ext>
            </a:extLst>
          </p:cNvPr>
          <p:cNvSpPr/>
          <p:nvPr/>
        </p:nvSpPr>
        <p:spPr>
          <a:xfrm>
            <a:off x="6237216" y="742433"/>
            <a:ext cx="914400" cy="53269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FE7C3A-9CA3-5EE5-47D2-5DA4BA656E2F}"/>
              </a:ext>
            </a:extLst>
          </p:cNvPr>
          <p:cNvSpPr/>
          <p:nvPr/>
        </p:nvSpPr>
        <p:spPr>
          <a:xfrm>
            <a:off x="8105163" y="742433"/>
            <a:ext cx="866863" cy="583036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C609FD-F9C5-EC23-3359-6D84CF821709}"/>
              </a:ext>
            </a:extLst>
          </p:cNvPr>
          <p:cNvSpPr txBox="1"/>
          <p:nvPr/>
        </p:nvSpPr>
        <p:spPr>
          <a:xfrm>
            <a:off x="5870896" y="96101"/>
            <a:ext cx="1448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①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Open sans" panose="020F0502020204030204" pitchFamily="34" charset="0"/>
                <a:cs typeface="Arial" panose="020B0604020202020204" pitchFamily="34" charset="0"/>
              </a:rPr>
              <a:t>Connect to PC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2FD4B-B942-105C-40A6-9B4D984443EF}"/>
              </a:ext>
            </a:extLst>
          </p:cNvPr>
          <p:cNvSpPr txBox="1"/>
          <p:nvPr/>
        </p:nvSpPr>
        <p:spPr>
          <a:xfrm>
            <a:off x="7660080" y="96101"/>
            <a:ext cx="1714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Open sans" panose="020F0502020204030204" pitchFamily="34" charset="0"/>
                <a:cs typeface="Arial" panose="020B0604020202020204" pitchFamily="34" charset="0"/>
              </a:rPr>
              <a:t>Connect to Power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7565A-3094-9288-2C78-4E35EFF861EA}"/>
              </a:ext>
            </a:extLst>
          </p:cNvPr>
          <p:cNvSpPr/>
          <p:nvPr/>
        </p:nvSpPr>
        <p:spPr>
          <a:xfrm>
            <a:off x="7390701" y="1520888"/>
            <a:ext cx="679508" cy="583036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91EE40-C969-217C-03B3-6ABDC41AD1B8}"/>
              </a:ext>
            </a:extLst>
          </p:cNvPr>
          <p:cNvCxnSpPr>
            <a:cxnSpLocks/>
          </p:cNvCxnSpPr>
          <p:nvPr/>
        </p:nvCxnSpPr>
        <p:spPr>
          <a:xfrm flipH="1" flipV="1">
            <a:off x="7933191" y="1718030"/>
            <a:ext cx="1479257" cy="7944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784AE6E-DA58-2882-DBD0-96E874B4D6C9}"/>
              </a:ext>
            </a:extLst>
          </p:cNvPr>
          <p:cNvSpPr/>
          <p:nvPr/>
        </p:nvSpPr>
        <p:spPr>
          <a:xfrm>
            <a:off x="8827318" y="1325468"/>
            <a:ext cx="547379" cy="77845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C731C8-9400-09A1-4706-582BB2D0AA60}"/>
              </a:ext>
            </a:extLst>
          </p:cNvPr>
          <p:cNvSpPr txBox="1"/>
          <p:nvPr/>
        </p:nvSpPr>
        <p:spPr>
          <a:xfrm>
            <a:off x="9412448" y="1391529"/>
            <a:ext cx="1534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zh-CN" altLang="zh-CN" dirty="0"/>
              <a:t>④</a:t>
            </a:r>
            <a:r>
              <a:rPr lang="en-US" altLang="zh-CN" dirty="0"/>
              <a:t> Push up to Power On</a:t>
            </a:r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56449A-0D3F-AA13-18BD-FFF8F44ACBAF}"/>
              </a:ext>
            </a:extLst>
          </p:cNvPr>
          <p:cNvSpPr txBox="1"/>
          <p:nvPr/>
        </p:nvSpPr>
        <p:spPr>
          <a:xfrm>
            <a:off x="9412448" y="2301065"/>
            <a:ext cx="1714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③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Open sans" panose="020F0502020204030204" pitchFamily="34" charset="0"/>
                <a:cs typeface="Arial" panose="020B0604020202020204" pitchFamily="34" charset="0"/>
              </a:rPr>
              <a:t>Push Right to use JTAG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16E129-3014-16AC-D61A-18D5DA6EF8B8}"/>
              </a:ext>
            </a:extLst>
          </p:cNvPr>
          <p:cNvSpPr/>
          <p:nvPr/>
        </p:nvSpPr>
        <p:spPr>
          <a:xfrm>
            <a:off x="4825068" y="5658373"/>
            <a:ext cx="2326548" cy="33524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64C755-0CEB-CB02-87A4-A059B76CE59F}"/>
              </a:ext>
            </a:extLst>
          </p:cNvPr>
          <p:cNvSpPr txBox="1"/>
          <p:nvPr/>
        </p:nvSpPr>
        <p:spPr>
          <a:xfrm>
            <a:off x="4265805" y="5326791"/>
            <a:ext cx="77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Open sans" panose="020F0502020204030204" pitchFamily="34" charset="0"/>
                <a:cs typeface="Arial" panose="020B0604020202020204" pitchFamily="34" charset="0"/>
              </a:rPr>
              <a:t>LEDs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FAE956-17CA-E255-4C44-09653ECBD343}"/>
              </a:ext>
            </a:extLst>
          </p:cNvPr>
          <p:cNvSpPr/>
          <p:nvPr/>
        </p:nvSpPr>
        <p:spPr>
          <a:xfrm>
            <a:off x="5431871" y="5289041"/>
            <a:ext cx="1082180" cy="33524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18BEE0-E7C3-2521-7A56-C5FAC464C123}"/>
              </a:ext>
            </a:extLst>
          </p:cNvPr>
          <p:cNvSpPr txBox="1"/>
          <p:nvPr/>
        </p:nvSpPr>
        <p:spPr>
          <a:xfrm>
            <a:off x="6514050" y="5242824"/>
            <a:ext cx="178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Open sans" panose="020F0502020204030204" pitchFamily="34" charset="0"/>
                <a:cs typeface="Arial" panose="020B0604020202020204" pitchFamily="34" charset="0"/>
              </a:rPr>
              <a:t>RGB LEDs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442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22728-67A9-F38C-4188-DC4ECC6E5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E528F155-6A31-1CA4-A2C2-2B1C4D9B2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993" y="1128734"/>
            <a:ext cx="8191262" cy="51966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DC03F64-D366-3381-8124-27C8C2E058B6}"/>
              </a:ext>
            </a:extLst>
          </p:cNvPr>
          <p:cNvSpPr/>
          <p:nvPr/>
        </p:nvSpPr>
        <p:spPr>
          <a:xfrm>
            <a:off x="1643993" y="3429001"/>
            <a:ext cx="1166319" cy="2669796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CF0536-6DB2-33C7-C1E5-74E7D5F60405}"/>
              </a:ext>
            </a:extLst>
          </p:cNvPr>
          <p:cNvSpPr txBox="1"/>
          <p:nvPr/>
        </p:nvSpPr>
        <p:spPr>
          <a:xfrm>
            <a:off x="2962571" y="2850679"/>
            <a:ext cx="2511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Open sans" panose="020F0502020204030204" pitchFamily="34" charset="0"/>
                <a:cs typeface="Arial" panose="020B0604020202020204" pitchFamily="34" charset="0"/>
              </a:rPr>
              <a:t>Find your source files here</a:t>
            </a:r>
            <a:endParaRPr lang="zh-CN" alt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8F5A7-169B-4A79-C71A-11C7B81BA659}"/>
              </a:ext>
            </a:extLst>
          </p:cNvPr>
          <p:cNvSpPr/>
          <p:nvPr/>
        </p:nvSpPr>
        <p:spPr>
          <a:xfrm>
            <a:off x="2962571" y="1830206"/>
            <a:ext cx="2821638" cy="132825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4A64F8-E4BE-1169-4BD0-6C20AC42E7BD}"/>
              </a:ext>
            </a:extLst>
          </p:cNvPr>
          <p:cNvSpPr/>
          <p:nvPr/>
        </p:nvSpPr>
        <p:spPr>
          <a:xfrm>
            <a:off x="2962570" y="5872294"/>
            <a:ext cx="6789631" cy="41204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63C8B0-1110-2162-54DA-1472A6DF7B6F}"/>
              </a:ext>
            </a:extLst>
          </p:cNvPr>
          <p:cNvSpPr txBox="1"/>
          <p:nvPr/>
        </p:nvSpPr>
        <p:spPr>
          <a:xfrm>
            <a:off x="2962570" y="5924427"/>
            <a:ext cx="2687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Open sans" panose="020F0502020204030204" pitchFamily="34" charset="0"/>
                <a:cs typeface="Arial" panose="020B0604020202020204" pitchFamily="34" charset="0"/>
              </a:rPr>
              <a:t>Run your </a:t>
            </a:r>
            <a:r>
              <a:rPr lang="en-US" altLang="zh-CN" sz="1400" b="1" dirty="0" err="1">
                <a:solidFill>
                  <a:srgbClr val="FF0000"/>
                </a:solidFill>
                <a:latin typeface="Arial" panose="020B0604020202020204" pitchFamily="34" charset="0"/>
                <a:ea typeface="Open sans" panose="020F0502020204030204" pitchFamily="34" charset="0"/>
                <a:cs typeface="Arial" panose="020B0604020202020204" pitchFamily="34" charset="0"/>
              </a:rPr>
              <a:t>Tcl</a:t>
            </a: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Open sans" panose="020F0502020204030204" pitchFamily="34" charset="0"/>
                <a:cs typeface="Arial" panose="020B0604020202020204" pitchFamily="34" charset="0"/>
              </a:rPr>
              <a:t> commands here</a:t>
            </a:r>
            <a:endParaRPr lang="zh-CN" alt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D44C5A-9F38-D787-ED4C-3C26D47AAC1E}"/>
              </a:ext>
            </a:extLst>
          </p:cNvPr>
          <p:cNvSpPr txBox="1"/>
          <p:nvPr/>
        </p:nvSpPr>
        <p:spPr>
          <a:xfrm>
            <a:off x="1517496" y="6058181"/>
            <a:ext cx="1368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Open sans" panose="020F0502020204030204" pitchFamily="34" charset="0"/>
                <a:cs typeface="Arial" panose="020B0604020202020204" pitchFamily="34" charset="0"/>
              </a:rPr>
              <a:t>Design Flow</a:t>
            </a:r>
            <a:endParaRPr lang="zh-CN" alt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C587CB5-6ABB-AF58-C08A-A4F81467015B}"/>
              </a:ext>
            </a:extLst>
          </p:cNvPr>
          <p:cNvCxnSpPr>
            <a:cxnSpLocks/>
          </p:cNvCxnSpPr>
          <p:nvPr/>
        </p:nvCxnSpPr>
        <p:spPr>
          <a:xfrm>
            <a:off x="3742891" y="4584583"/>
            <a:ext cx="0" cy="3128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67C2C6D-CCBD-AB32-8C24-80A2C5CBA2DB}"/>
              </a:ext>
            </a:extLst>
          </p:cNvPr>
          <p:cNvCxnSpPr>
            <a:cxnSpLocks/>
          </p:cNvCxnSpPr>
          <p:nvPr/>
        </p:nvCxnSpPr>
        <p:spPr>
          <a:xfrm>
            <a:off x="4067266" y="4572000"/>
            <a:ext cx="0" cy="3254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708AF9C-5E8D-7D47-7140-A0E24896E049}"/>
              </a:ext>
            </a:extLst>
          </p:cNvPr>
          <p:cNvSpPr txBox="1"/>
          <p:nvPr/>
        </p:nvSpPr>
        <p:spPr>
          <a:xfrm>
            <a:off x="2886441" y="4276806"/>
            <a:ext cx="2448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Open sans" panose="020F0502020204030204" pitchFamily="34" charset="0"/>
                <a:cs typeface="Arial" panose="020B0604020202020204" pitchFamily="34" charset="0"/>
              </a:rPr>
              <a:t>Where errors are reported</a:t>
            </a:r>
            <a:endParaRPr lang="zh-CN" alt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D8DEB4C-5580-8962-A1E4-E25C7A0D8300}"/>
              </a:ext>
            </a:extLst>
          </p:cNvPr>
          <p:cNvCxnSpPr>
            <a:cxnSpLocks/>
          </p:cNvCxnSpPr>
          <p:nvPr/>
        </p:nvCxnSpPr>
        <p:spPr>
          <a:xfrm flipH="1" flipV="1">
            <a:off x="4425196" y="4968573"/>
            <a:ext cx="239083" cy="1955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2100624-CC79-4D19-CD07-90DE66761253}"/>
              </a:ext>
            </a:extLst>
          </p:cNvPr>
          <p:cNvCxnSpPr>
            <a:cxnSpLocks/>
          </p:cNvCxnSpPr>
          <p:nvPr/>
        </p:nvCxnSpPr>
        <p:spPr>
          <a:xfrm flipH="1" flipV="1">
            <a:off x="4852618" y="5005247"/>
            <a:ext cx="205943" cy="1745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1F9A79A-511A-39A8-3183-9CCC737FA2BF}"/>
              </a:ext>
            </a:extLst>
          </p:cNvPr>
          <p:cNvSpPr txBox="1"/>
          <p:nvPr/>
        </p:nvSpPr>
        <p:spPr>
          <a:xfrm>
            <a:off x="4492305" y="5138911"/>
            <a:ext cx="2189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Open sans" panose="020F0502020204030204" pitchFamily="34" charset="0"/>
                <a:cs typeface="Arial" panose="020B0604020202020204" pitchFamily="34" charset="0"/>
              </a:rPr>
              <a:t>Flow Status &amp; Progress</a:t>
            </a:r>
            <a:endParaRPr lang="zh-CN" alt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931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43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 Gao</dc:creator>
  <cp:lastModifiedBy>Chang Gao</cp:lastModifiedBy>
  <cp:revision>6</cp:revision>
  <dcterms:created xsi:type="dcterms:W3CDTF">2026-05-31T16:59:34Z</dcterms:created>
  <dcterms:modified xsi:type="dcterms:W3CDTF">2026-05-31T21:25:55Z</dcterms:modified>
</cp:coreProperties>
</file>